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5720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CSCE 676  ·  DATA MINING &amp; ANALYSIS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8288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FA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Shopper Archetypes: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914400" y="26060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CFA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Personalization Hiding in Plain Sight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B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Ahad Hussain  ·  Texas A&amp;M University  ·  Spring 2026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4434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B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3.4 million Instacart orders.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Online grocery is a $200B+ race 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everyone's racing to predict the next item in your cart.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2377440"/>
            <a:ext cx="23774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1D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6" name="Image 0" descr="logos/instac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2660904"/>
            <a:ext cx="1783080" cy="7132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383280" y="2377440"/>
            <a:ext cx="23774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1D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8" name="Image 1" descr="logos/doord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460" y="2773262"/>
            <a:ext cx="1783080" cy="48851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035040" y="2377440"/>
            <a:ext cx="23774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1D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10" name="Image 2" descr="logos/walmart_trimm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2778738"/>
            <a:ext cx="1783080" cy="47756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48640" y="3931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RECOMMEND THE SAME WAY — MINING THESE THREE SIGNALS:</a:t>
            </a:r>
            <a:endParaRPr lang="en-US" sz="1000" dirty="0"/>
          </a:p>
        </p:txBody>
      </p:sp>
      <p:sp>
        <p:nvSpPr>
          <p:cNvPr id="12" name="Text 7"/>
          <p:cNvSpPr/>
          <p:nvPr/>
        </p:nvSpPr>
        <p:spPr>
          <a:xfrm>
            <a:off x="594360" y="4297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C81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people buy together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3291840" y="4297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C81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you've bought before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5989320" y="4297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C81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you tend to shop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grocery apps treat every shopper the same.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576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1D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05740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2057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 student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77240" y="27432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Ramen.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sauce.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top-ups, mostly weekday evenings.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937760" y="1828800"/>
            <a:ext cx="36576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1D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20574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760720" y="2057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of five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5166360" y="27432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staples.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produce.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Sunday shop, full pantry restock.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548640" y="4572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C81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recommendations. That's not personalization — that's averaging.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BUILT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ways to mine the same 3.4M baskets.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916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16459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by time of day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417320" y="19842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vs. afternoon vs. evening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0" y="1737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STANDARD</a:t>
            </a:r>
            <a:endParaRPr lang="en-US" sz="9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404872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23591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by weekend vs. weekday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417320" y="26974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Day-of-week context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400800" y="24505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STANDARD</a:t>
            </a:r>
            <a:endParaRPr lang="en-US" sz="9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18104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17320" y="307238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by sequence of orders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417320" y="34107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typically bought across visits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400800" y="316382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STANDARD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502920" y="3785616"/>
            <a:ext cx="8138160" cy="64008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831336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17320" y="37856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FA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by shopper archetype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417320" y="412394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B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data group customers first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6400800" y="38770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ANGLE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customer types. Three different baskets.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2468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1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8132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53312" y="14173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Fresh-produce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353312" y="17190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users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37560" y="1325880"/>
            <a:ext cx="2468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1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2152" y="1481328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050792" y="14173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Light-pantry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050792" y="17190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of users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35040" y="1325880"/>
            <a:ext cx="2468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1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481328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748272" y="14173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Staples/household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6748272" y="17190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users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548640" y="2377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EACH LENS CHANGED THE DISCOVERED PATTERNS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57200" y="2743200"/>
            <a:ext cx="26974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1DA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94360" y="2880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OF DAY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594360" y="315468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A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15%</a:t>
            </a:r>
            <a:endParaRPr lang="en-US" sz="6400" dirty="0"/>
          </a:p>
        </p:txBody>
      </p:sp>
      <p:sp>
        <p:nvSpPr>
          <p:cNvPr id="20" name="Text 15"/>
          <p:cNvSpPr/>
          <p:nvPr/>
        </p:nvSpPr>
        <p:spPr>
          <a:xfrm>
            <a:off x="594360" y="411480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patterns changed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94360" y="434340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vs. evening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3223260" y="2743200"/>
            <a:ext cx="26974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1DA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3360420" y="2880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WEEKEND vs. WEEKDAY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3360420" y="315468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A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44%</a:t>
            </a:r>
            <a:endParaRPr lang="en-US" sz="6400" dirty="0"/>
          </a:p>
        </p:txBody>
      </p:sp>
      <p:sp>
        <p:nvSpPr>
          <p:cNvPr id="25" name="Text 20"/>
          <p:cNvSpPr/>
          <p:nvPr/>
        </p:nvSpPr>
        <p:spPr>
          <a:xfrm>
            <a:off x="3360420" y="411480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patterns changed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3360420" y="434340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default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5989320" y="2743200"/>
            <a:ext cx="2697480" cy="18288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6126480" y="2880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ARCHETYPE</a:t>
            </a:r>
            <a:endParaRPr lang="en-US" sz="900" dirty="0"/>
          </a:p>
        </p:txBody>
      </p:sp>
      <p:sp>
        <p:nvSpPr>
          <p:cNvPr id="29" name="Text 24"/>
          <p:cNvSpPr/>
          <p:nvPr/>
        </p:nvSpPr>
        <p:spPr>
          <a:xfrm>
            <a:off x="6126480" y="315468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CFA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90%</a:t>
            </a:r>
            <a:endParaRPr lang="en-US" sz="6400" dirty="0"/>
          </a:p>
        </p:txBody>
      </p:sp>
      <p:sp>
        <p:nvSpPr>
          <p:cNvPr id="30" name="Text 25"/>
          <p:cNvSpPr/>
          <p:nvPr/>
        </p:nvSpPr>
        <p:spPr>
          <a:xfrm>
            <a:off x="6126480" y="411480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B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patterns changed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6126480" y="434340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B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angle</a:t>
            </a:r>
            <a:endParaRPr lang="en-US" sz="1000" dirty="0"/>
          </a:p>
        </p:txBody>
      </p:sp>
      <p:sp>
        <p:nvSpPr>
          <p:cNvPr id="32" name="Text 27"/>
          <p:cNvSpPr/>
          <p:nvPr/>
        </p:nvSpPr>
        <p:spPr>
          <a:xfrm>
            <a:off x="548640" y="47548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C810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universal-pattern assumption breaks when you split by shopper type.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0"/>
            <a:ext cx="365760" cy="51435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02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CFA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$2M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8BC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turns this into a proof-of-concept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8BC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a major platform.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383280"/>
            <a:ext cx="8046720" cy="0"/>
          </a:xfrm>
          <a:prstGeom prst="line">
            <a:avLst/>
          </a:prstGeom>
          <a:noFill/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566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smarter timing.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better bundles.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CFA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Personalization has to start with who your customer is —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46177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anyone else figures that out.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Shopper Archetypes — CSCE 676 Pitch</dc:title>
  <dc:subject>PptxGenJS Presentation</dc:subject>
  <dc:creator>Ahad Hussain</dc:creator>
  <cp:lastModifiedBy>Ahad Hussain</cp:lastModifiedBy>
  <cp:revision>1</cp:revision>
  <dcterms:created xsi:type="dcterms:W3CDTF">2026-04-21T01:23:18Z</dcterms:created>
  <dcterms:modified xsi:type="dcterms:W3CDTF">2026-04-21T01:23:18Z</dcterms:modified>
</cp:coreProperties>
</file>