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676  ·  DATA MINING &amp;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Shopper Archetypes: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C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Personalization Hiding in Plain Sight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 Hussain  ·  Texas A&amp;M University  ·  Spring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3.4 million Instacart orders.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grocery is a $200B+ race 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everyone is competing on the same thing.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logos/insta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60904"/>
            <a:ext cx="1783080" cy="713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83280" y="237744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8" name="Image 1" descr="logos/door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773262"/>
            <a:ext cx="1783080" cy="48851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237744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2" descr="logos/walmart_trimm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2778738"/>
            <a:ext cx="1783080" cy="4775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COMPETING ON ONE THING: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what you'll put in your cart next.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grocery apps treat every shopper the same.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student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sauce.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top-ups, mostly weekday evenings.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82880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 five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6636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staples.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Sunday shop, full pantry restock.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recommendations. That's not personalization — that's averaging.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mine the same 3.4M baskets.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support thresholds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984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density vs. signal trade-off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487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time of day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vs. weekday, morning vs. evening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2450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1810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072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sequences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3410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pattern mining (PrefixSpan)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400800" y="31638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3785616"/>
            <a:ext cx="813816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31336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785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shopper archetype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123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by what they actually buy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00800" y="38770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ANGLE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customer types. Three different baskets.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813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Fresh-produce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53312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users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3258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813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5079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Light-pantry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050792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users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3258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813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4827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Staples/household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748272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users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GROUPING DIFFERENTIATES CUSTOMER BUYING PATTERNS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27432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94360" y="31546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6400" dirty="0"/>
          </a:p>
        </p:txBody>
      </p:sp>
      <p:sp>
        <p:nvSpPr>
          <p:cNvPr id="20" name="Text 15"/>
          <p:cNvSpPr/>
          <p:nvPr/>
        </p:nvSpPr>
        <p:spPr>
          <a:xfrm>
            <a:off x="594360" y="4114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94360" y="4343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vs. evening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23260" y="27432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36042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vs. WEEKDAY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360420" y="31546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6400" dirty="0"/>
          </a:p>
        </p:txBody>
      </p:sp>
      <p:sp>
        <p:nvSpPr>
          <p:cNvPr id="25" name="Text 20"/>
          <p:cNvSpPr/>
          <p:nvPr/>
        </p:nvSpPr>
        <p:spPr>
          <a:xfrm>
            <a:off x="3360420" y="4114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360420" y="4343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default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989320" y="2743200"/>
            <a:ext cx="2697480" cy="1828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2648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ARCHETYPE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126480" y="31546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C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6400" dirty="0"/>
          </a:p>
        </p:txBody>
      </p:sp>
      <p:sp>
        <p:nvSpPr>
          <p:cNvPr id="30" name="Text 25"/>
          <p:cNvSpPr/>
          <p:nvPr/>
        </p:nvSpPr>
        <p:spPr>
          <a:xfrm>
            <a:off x="6126480" y="4114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126480" y="4343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angle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Archetypes differentiate buying patterns 2× more than the strongest alternative.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C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B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this into a proof-of-concept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B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major platform.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8046720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smarter timing.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better bundles.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your customer actually is 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else does.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Shopper Archetypes — CSCE 676 Pitch</dc:title>
  <dc:subject>PptxGenJS Presentation</dc:subject>
  <dc:creator>Ahad Hussain</dc:creator>
  <cp:lastModifiedBy>Ahad Hussain</cp:lastModifiedBy>
  <cp:revision>1</cp:revision>
  <dcterms:created xsi:type="dcterms:W3CDTF">2026-04-20T23:06:12Z</dcterms:created>
  <dcterms:modified xsi:type="dcterms:W3CDTF">2026-04-20T23:06:12Z</dcterms:modified>
</cp:coreProperties>
</file>